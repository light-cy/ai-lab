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6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ghat Ullah" userId="70fa0353-8769-46b4-8509-fc74b81c1661" providerId="ADAL" clId="{36F5D81B-C08E-4752-B66E-E3E3CC7D0EB9}"/>
    <pc:docChg chg="undo custSel addSld modSld sldOrd">
      <pc:chgData name="Sibghat Ullah" userId="70fa0353-8769-46b4-8509-fc74b81c1661" providerId="ADAL" clId="{36F5D81B-C08E-4752-B66E-E3E3CC7D0EB9}" dt="2026-06-09T08:08:22.605" v="106" actId="1076"/>
      <pc:docMkLst>
        <pc:docMk/>
      </pc:docMkLst>
      <pc:sldChg chg="addSp delSp modSp mod">
        <pc:chgData name="Sibghat Ullah" userId="70fa0353-8769-46b4-8509-fc74b81c1661" providerId="ADAL" clId="{36F5D81B-C08E-4752-B66E-E3E3CC7D0EB9}" dt="2026-06-09T07:48:38.531" v="55" actId="22"/>
        <pc:sldMkLst>
          <pc:docMk/>
          <pc:sldMk cId="1410237219" sldId="258"/>
        </pc:sldMkLst>
        <pc:spChg chg="add del mod">
          <ac:chgData name="Sibghat Ullah" userId="70fa0353-8769-46b4-8509-fc74b81c1661" providerId="ADAL" clId="{36F5D81B-C08E-4752-B66E-E3E3CC7D0EB9}" dt="2026-06-09T07:46:23.563" v="27" actId="478"/>
          <ac:spMkLst>
            <pc:docMk/>
            <pc:sldMk cId="1410237219" sldId="258"/>
            <ac:spMk id="5" creationId="{8DB67E84-F508-4EDB-89B9-4E3ED9B51FC7}"/>
          </ac:spMkLst>
        </pc:spChg>
        <pc:picChg chg="del mod">
          <ac:chgData name="Sibghat Ullah" userId="70fa0353-8769-46b4-8509-fc74b81c1661" providerId="ADAL" clId="{36F5D81B-C08E-4752-B66E-E3E3CC7D0EB9}" dt="2026-06-09T07:48:34.366" v="53" actId="478"/>
          <ac:picMkLst>
            <pc:docMk/>
            <pc:sldMk cId="1410237219" sldId="258"/>
            <ac:picMk id="4" creationId="{43099017-D758-85B6-2765-CB2208028F5D}"/>
          </ac:picMkLst>
        </pc:picChg>
        <pc:picChg chg="add del mod">
          <ac:chgData name="Sibghat Ullah" userId="70fa0353-8769-46b4-8509-fc74b81c1661" providerId="ADAL" clId="{36F5D81B-C08E-4752-B66E-E3E3CC7D0EB9}" dt="2026-06-09T07:48:37.074" v="54" actId="478"/>
          <ac:picMkLst>
            <pc:docMk/>
            <pc:sldMk cId="1410237219" sldId="258"/>
            <ac:picMk id="7" creationId="{BCB6B57B-A01C-4087-97A0-69D08AEEE548}"/>
          </ac:picMkLst>
        </pc:picChg>
        <pc:picChg chg="add">
          <ac:chgData name="Sibghat Ullah" userId="70fa0353-8769-46b4-8509-fc74b81c1661" providerId="ADAL" clId="{36F5D81B-C08E-4752-B66E-E3E3CC7D0EB9}" dt="2026-06-09T07:48:38.531" v="55" actId="22"/>
          <ac:picMkLst>
            <pc:docMk/>
            <pc:sldMk cId="1410237219" sldId="258"/>
            <ac:picMk id="9" creationId="{A4C88138-8507-4C54-9103-8516B03CFEBF}"/>
          </ac:picMkLst>
        </pc:picChg>
      </pc:sldChg>
      <pc:sldChg chg="addSp delSp modSp mod">
        <pc:chgData name="Sibghat Ullah" userId="70fa0353-8769-46b4-8509-fc74b81c1661" providerId="ADAL" clId="{36F5D81B-C08E-4752-B66E-E3E3CC7D0EB9}" dt="2026-06-09T07:48:19.738" v="51" actId="22"/>
        <pc:sldMkLst>
          <pc:docMk/>
          <pc:sldMk cId="3686585251" sldId="259"/>
        </pc:sldMkLst>
        <pc:picChg chg="del">
          <ac:chgData name="Sibghat Ullah" userId="70fa0353-8769-46b4-8509-fc74b81c1661" providerId="ADAL" clId="{36F5D81B-C08E-4752-B66E-E3E3CC7D0EB9}" dt="2026-06-09T07:48:14.538" v="49" actId="478"/>
          <ac:picMkLst>
            <pc:docMk/>
            <pc:sldMk cId="3686585251" sldId="259"/>
            <ac:picMk id="4" creationId="{2B649C0E-559A-EAB8-1285-CFC760914C3A}"/>
          </ac:picMkLst>
        </pc:picChg>
        <pc:picChg chg="add del mod">
          <ac:chgData name="Sibghat Ullah" userId="70fa0353-8769-46b4-8509-fc74b81c1661" providerId="ADAL" clId="{36F5D81B-C08E-4752-B66E-E3E3CC7D0EB9}" dt="2026-06-09T07:48:17.157" v="50" actId="478"/>
          <ac:picMkLst>
            <pc:docMk/>
            <pc:sldMk cId="3686585251" sldId="259"/>
            <ac:picMk id="5" creationId="{4D67B45F-71FE-4777-9236-66F19DED78F7}"/>
          </ac:picMkLst>
        </pc:picChg>
        <pc:picChg chg="add">
          <ac:chgData name="Sibghat Ullah" userId="70fa0353-8769-46b4-8509-fc74b81c1661" providerId="ADAL" clId="{36F5D81B-C08E-4752-B66E-E3E3CC7D0EB9}" dt="2026-06-09T07:48:19.738" v="51" actId="22"/>
          <ac:picMkLst>
            <pc:docMk/>
            <pc:sldMk cId="3686585251" sldId="259"/>
            <ac:picMk id="7" creationId="{B87EC6EA-AAA2-406B-92D0-CC5EAD0498A2}"/>
          </ac:picMkLst>
        </pc:picChg>
      </pc:sldChg>
      <pc:sldChg chg="delSp mod">
        <pc:chgData name="Sibghat Ullah" userId="70fa0353-8769-46b4-8509-fc74b81c1661" providerId="ADAL" clId="{36F5D81B-C08E-4752-B66E-E3E3CC7D0EB9}" dt="2026-06-09T06:46:12.359" v="20" actId="478"/>
        <pc:sldMkLst>
          <pc:docMk/>
          <pc:sldMk cId="285322748" sldId="265"/>
        </pc:sldMkLst>
        <pc:spChg chg="del">
          <ac:chgData name="Sibghat Ullah" userId="70fa0353-8769-46b4-8509-fc74b81c1661" providerId="ADAL" clId="{36F5D81B-C08E-4752-B66E-E3E3CC7D0EB9}" dt="2026-06-09T06:46:09.843" v="19" actId="478"/>
          <ac:spMkLst>
            <pc:docMk/>
            <pc:sldMk cId="285322748" sldId="265"/>
            <ac:spMk id="2" creationId="{981348F1-13BA-DEA7-C38C-80152D145856}"/>
          </ac:spMkLst>
        </pc:spChg>
        <pc:spChg chg="del">
          <ac:chgData name="Sibghat Ullah" userId="70fa0353-8769-46b4-8509-fc74b81c1661" providerId="ADAL" clId="{36F5D81B-C08E-4752-B66E-E3E3CC7D0EB9}" dt="2026-06-09T06:46:12.359" v="20" actId="478"/>
          <ac:spMkLst>
            <pc:docMk/>
            <pc:sldMk cId="285322748" sldId="265"/>
            <ac:spMk id="3" creationId="{5B5AA0D6-DE5E-2590-DA17-CA99F139626C}"/>
          </ac:spMkLst>
        </pc:spChg>
      </pc:sldChg>
      <pc:sldChg chg="addSp delSp modSp add mod ord">
        <pc:chgData name="Sibghat Ullah" userId="70fa0353-8769-46b4-8509-fc74b81c1661" providerId="ADAL" clId="{36F5D81B-C08E-4752-B66E-E3E3CC7D0EB9}" dt="2026-06-09T06:44:36.381" v="18"/>
        <pc:sldMkLst>
          <pc:docMk/>
          <pc:sldMk cId="440802180" sldId="266"/>
        </pc:sldMkLst>
        <pc:spChg chg="del">
          <ac:chgData name="Sibghat Ullah" userId="70fa0353-8769-46b4-8509-fc74b81c1661" providerId="ADAL" clId="{36F5D81B-C08E-4752-B66E-E3E3CC7D0EB9}" dt="2026-06-09T06:38:29.254" v="1" actId="478"/>
          <ac:spMkLst>
            <pc:docMk/>
            <pc:sldMk cId="440802180" sldId="266"/>
            <ac:spMk id="2" creationId="{00000000-0000-0000-0000-000000000000}"/>
          </ac:spMkLst>
        </pc:spChg>
        <pc:spChg chg="del">
          <ac:chgData name="Sibghat Ullah" userId="70fa0353-8769-46b4-8509-fc74b81c1661" providerId="ADAL" clId="{36F5D81B-C08E-4752-B66E-E3E3CC7D0EB9}" dt="2026-06-09T06:38:35.913" v="4" actId="478"/>
          <ac:spMkLst>
            <pc:docMk/>
            <pc:sldMk cId="440802180" sldId="266"/>
            <ac:spMk id="3" creationId="{00000000-0000-0000-0000-000000000000}"/>
          </ac:spMkLst>
        </pc:spChg>
        <pc:spChg chg="add del mod">
          <ac:chgData name="Sibghat Ullah" userId="70fa0353-8769-46b4-8509-fc74b81c1661" providerId="ADAL" clId="{36F5D81B-C08E-4752-B66E-E3E3CC7D0EB9}" dt="2026-06-09T06:38:31.429" v="2" actId="478"/>
          <ac:spMkLst>
            <pc:docMk/>
            <pc:sldMk cId="440802180" sldId="266"/>
            <ac:spMk id="6" creationId="{A5C3B593-FF33-44AB-9C93-CA8BF284044D}"/>
          </ac:spMkLst>
        </pc:spChg>
        <pc:picChg chg="del">
          <ac:chgData name="Sibghat Ullah" userId="70fa0353-8769-46b4-8509-fc74b81c1661" providerId="ADAL" clId="{36F5D81B-C08E-4752-B66E-E3E3CC7D0EB9}" dt="2026-06-09T06:38:33.447" v="3" actId="478"/>
          <ac:picMkLst>
            <pc:docMk/>
            <pc:sldMk cId="440802180" sldId="266"/>
            <ac:picMk id="4" creationId="{00000000-0000-0000-0000-000000000000}"/>
          </ac:picMkLst>
        </pc:picChg>
        <pc:picChg chg="add del">
          <ac:chgData name="Sibghat Ullah" userId="70fa0353-8769-46b4-8509-fc74b81c1661" providerId="ADAL" clId="{36F5D81B-C08E-4752-B66E-E3E3CC7D0EB9}" dt="2026-06-09T06:39:03.177" v="9" actId="478"/>
          <ac:picMkLst>
            <pc:docMk/>
            <pc:sldMk cId="440802180" sldId="266"/>
            <ac:picMk id="8" creationId="{4D0DF8FE-7FFF-4DBC-90DD-424308942A5B}"/>
          </ac:picMkLst>
        </pc:picChg>
        <pc:picChg chg="add del">
          <ac:chgData name="Sibghat Ullah" userId="70fa0353-8769-46b4-8509-fc74b81c1661" providerId="ADAL" clId="{36F5D81B-C08E-4752-B66E-E3E3CC7D0EB9}" dt="2026-06-09T06:42:33.809" v="11" actId="22"/>
          <ac:picMkLst>
            <pc:docMk/>
            <pc:sldMk cId="440802180" sldId="266"/>
            <ac:picMk id="10" creationId="{3C364143-5F53-461C-9D39-45C442AA9441}"/>
          </ac:picMkLst>
        </pc:picChg>
        <pc:picChg chg="add">
          <ac:chgData name="Sibghat Ullah" userId="70fa0353-8769-46b4-8509-fc74b81c1661" providerId="ADAL" clId="{36F5D81B-C08E-4752-B66E-E3E3CC7D0EB9}" dt="2026-06-09T06:42:41.761" v="12" actId="22"/>
          <ac:picMkLst>
            <pc:docMk/>
            <pc:sldMk cId="440802180" sldId="266"/>
            <ac:picMk id="12" creationId="{1130A47E-260C-49D9-B079-300349DF6F95}"/>
          </ac:picMkLst>
        </pc:picChg>
      </pc:sldChg>
      <pc:sldChg chg="addSp delSp add mod ord">
        <pc:chgData name="Sibghat Ullah" userId="70fa0353-8769-46b4-8509-fc74b81c1661" providerId="ADAL" clId="{36F5D81B-C08E-4752-B66E-E3E3CC7D0EB9}" dt="2026-06-09T06:44:25.051" v="16"/>
        <pc:sldMkLst>
          <pc:docMk/>
          <pc:sldMk cId="1563572572" sldId="267"/>
        </pc:sldMkLst>
        <pc:picChg chg="add">
          <ac:chgData name="Sibghat Ullah" userId="70fa0353-8769-46b4-8509-fc74b81c1661" providerId="ADAL" clId="{36F5D81B-C08E-4752-B66E-E3E3CC7D0EB9}" dt="2026-06-09T06:43:50.871" v="14" actId="22"/>
          <ac:picMkLst>
            <pc:docMk/>
            <pc:sldMk cId="1563572572" sldId="267"/>
            <ac:picMk id="3" creationId="{26BBBC5F-680F-4EA5-82FD-1F868B059F42}"/>
          </ac:picMkLst>
        </pc:picChg>
        <pc:picChg chg="add del">
          <ac:chgData name="Sibghat Ullah" userId="70fa0353-8769-46b4-8509-fc74b81c1661" providerId="ADAL" clId="{36F5D81B-C08E-4752-B66E-E3E3CC7D0EB9}" dt="2026-06-09T06:43:49.279" v="13" actId="478"/>
          <ac:picMkLst>
            <pc:docMk/>
            <pc:sldMk cId="1563572572" sldId="267"/>
            <ac:picMk id="8" creationId="{4D0DF8FE-7FFF-4DBC-90DD-424308942A5B}"/>
          </ac:picMkLst>
        </pc:picChg>
      </pc:sldChg>
      <pc:sldChg chg="addSp delSp modSp add mod">
        <pc:chgData name="Sibghat Ullah" userId="70fa0353-8769-46b4-8509-fc74b81c1661" providerId="ADAL" clId="{36F5D81B-C08E-4752-B66E-E3E3CC7D0EB9}" dt="2026-06-09T08:04:12.972" v="98" actId="1076"/>
        <pc:sldMkLst>
          <pc:docMk/>
          <pc:sldMk cId="814048420" sldId="268"/>
        </pc:sldMkLst>
        <pc:spChg chg="add mod">
          <ac:chgData name="Sibghat Ullah" userId="70fa0353-8769-46b4-8509-fc74b81c1661" providerId="ADAL" clId="{36F5D81B-C08E-4752-B66E-E3E3CC7D0EB9}" dt="2026-06-09T07:59:22.494" v="95" actId="403"/>
          <ac:spMkLst>
            <pc:docMk/>
            <pc:sldMk cId="814048420" sldId="268"/>
            <ac:spMk id="5" creationId="{121B2D53-B625-4071-9899-97E6472E2F48}"/>
          </ac:spMkLst>
        </pc:spChg>
        <pc:picChg chg="del">
          <ac:chgData name="Sibghat Ullah" userId="70fa0353-8769-46b4-8509-fc74b81c1661" providerId="ADAL" clId="{36F5D81B-C08E-4752-B66E-E3E3CC7D0EB9}" dt="2026-06-09T07:58:49.650" v="57" actId="478"/>
          <ac:picMkLst>
            <pc:docMk/>
            <pc:sldMk cId="814048420" sldId="268"/>
            <ac:picMk id="3" creationId="{26BBBC5F-680F-4EA5-82FD-1F868B059F42}"/>
          </ac:picMkLst>
        </pc:picChg>
        <pc:picChg chg="add del mod">
          <ac:chgData name="Sibghat Ullah" userId="70fa0353-8769-46b4-8509-fc74b81c1661" providerId="ADAL" clId="{36F5D81B-C08E-4752-B66E-E3E3CC7D0EB9}" dt="2026-06-09T08:04:09.761" v="96" actId="478"/>
          <ac:picMkLst>
            <pc:docMk/>
            <pc:sldMk cId="814048420" sldId="268"/>
            <ac:picMk id="4" creationId="{D5E020A6-FEE3-44A7-8C0C-A37EC89C98A4}"/>
          </ac:picMkLst>
        </pc:picChg>
        <pc:picChg chg="add mod">
          <ac:chgData name="Sibghat Ullah" userId="70fa0353-8769-46b4-8509-fc74b81c1661" providerId="ADAL" clId="{36F5D81B-C08E-4752-B66E-E3E3CC7D0EB9}" dt="2026-06-09T08:04:12.972" v="98" actId="1076"/>
          <ac:picMkLst>
            <pc:docMk/>
            <pc:sldMk cId="814048420" sldId="268"/>
            <ac:picMk id="7" creationId="{CE844DC1-CB55-425E-8D20-19E9B5A59C5B}"/>
          </ac:picMkLst>
        </pc:picChg>
      </pc:sldChg>
      <pc:sldChg chg="addSp delSp modSp new mod">
        <pc:chgData name="Sibghat Ullah" userId="70fa0353-8769-46b4-8509-fc74b81c1661" providerId="ADAL" clId="{36F5D81B-C08E-4752-B66E-E3E3CC7D0EB9}" dt="2026-06-09T08:08:22.605" v="106" actId="1076"/>
        <pc:sldMkLst>
          <pc:docMk/>
          <pc:sldMk cId="2553485222" sldId="269"/>
        </pc:sldMkLst>
        <pc:spChg chg="del mod">
          <ac:chgData name="Sibghat Ullah" userId="70fa0353-8769-46b4-8509-fc74b81c1661" providerId="ADAL" clId="{36F5D81B-C08E-4752-B66E-E3E3CC7D0EB9}" dt="2026-06-09T08:08:14.679" v="102" actId="478"/>
          <ac:spMkLst>
            <pc:docMk/>
            <pc:sldMk cId="2553485222" sldId="269"/>
            <ac:spMk id="2" creationId="{C9ECB26D-34B9-4752-B692-E87F118B2805}"/>
          </ac:spMkLst>
        </pc:spChg>
        <pc:spChg chg="del">
          <ac:chgData name="Sibghat Ullah" userId="70fa0353-8769-46b4-8509-fc74b81c1661" providerId="ADAL" clId="{36F5D81B-C08E-4752-B66E-E3E3CC7D0EB9}" dt="2026-06-09T08:08:11.825" v="100" actId="478"/>
          <ac:spMkLst>
            <pc:docMk/>
            <pc:sldMk cId="2553485222" sldId="269"/>
            <ac:spMk id="3" creationId="{EB4AECC3-AC1A-447F-812F-605D32C27ED1}"/>
          </ac:spMkLst>
        </pc:spChg>
        <pc:picChg chg="add mod">
          <ac:chgData name="Sibghat Ullah" userId="70fa0353-8769-46b4-8509-fc74b81c1661" providerId="ADAL" clId="{36F5D81B-C08E-4752-B66E-E3E3CC7D0EB9}" dt="2026-06-09T08:08:22.605" v="106" actId="1076"/>
          <ac:picMkLst>
            <pc:docMk/>
            <pc:sldMk cId="2553485222" sldId="269"/>
            <ac:picMk id="5" creationId="{A07075E0-774F-4AE6-B21D-FBDA014DBE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2D126-55FE-4001-B627-EDD247B9D968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E54B3-AF0A-40B4-A85E-05EE43421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1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E54B3-AF0A-40B4-A85E-05EE43421F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49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3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4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9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1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89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5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1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8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CCB37-02EC-494A-A8EB-FCABA6DCE6F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7284"/>
            <a:ext cx="9144000" cy="2387600"/>
          </a:xfrm>
        </p:spPr>
        <p:txBody>
          <a:bodyPr/>
          <a:lstStyle/>
          <a:p>
            <a:r>
              <a:rPr lang="en-US" dirty="0"/>
              <a:t>Perceptron Learning , AND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46959"/>
            <a:ext cx="9144000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068" y="2546959"/>
            <a:ext cx="4031864" cy="373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5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2CEE-413C-BD39-EBD9-6C96AA01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EF4D7-2C95-E2DD-172E-FCFB53C3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DF04F-75A1-CCB3-AE10-7E549F471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69" y="256175"/>
            <a:ext cx="11366662" cy="634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90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30A47E-260C-49D9-B079-300349DF6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8187"/>
            <a:ext cx="97536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02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9332-1AD5-7216-52DA-4DDAFE88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E60EB-2D38-38FF-619C-43365FAEE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C88138-8507-4C54-9103-8516B03CF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3" y="0"/>
            <a:ext cx="12150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37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05E0-75EB-0930-0D3D-62389A59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54CE9-D768-BFC3-AFBE-4150E62F0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7EC6EA-AAA2-406B-92D0-CC5EAD04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4"/>
            <a:ext cx="12192000" cy="684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85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E9A7-53A9-D25C-4E1A-A1814AF1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3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Mathematical Example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38780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79015-6431-1691-2718-C8E6B307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3F8B-631C-1067-F490-525AD4CC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D17E75-7F2C-7B1B-1660-8C6DA4CEA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87" y="148309"/>
            <a:ext cx="10335568" cy="652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63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6E81-8FC2-C37F-19A6-DF23A49D2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A8986-8F69-CA01-C455-9F6B9EA3F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D7E22-2010-6AD3-13B1-BD38E609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65" y="409951"/>
            <a:ext cx="10435472" cy="63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47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0531-4054-60CA-FEA2-674DD041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34D63-E437-DFF3-067F-3BAB419BE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5FD43-966B-5FAF-A9EE-5121E990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30" y="216817"/>
            <a:ext cx="10875431" cy="621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03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CECA-E8FD-8980-0F90-CC5CA838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D989A-5962-33D5-3E3D-90C567234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1BD33-1E1F-6DE0-9A13-E3A3BCB6B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49" y="263951"/>
            <a:ext cx="10983905" cy="625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76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25DA16-A1D1-91A4-A33A-842CBD4B3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46" y="968441"/>
            <a:ext cx="8611628" cy="512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2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BBC5F-680F-4EA5-82FD-1F868B05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33450"/>
            <a:ext cx="97536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72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1B2D53-B625-4071-9899-97E6472E2F48}"/>
              </a:ext>
            </a:extLst>
          </p:cNvPr>
          <p:cNvSpPr txBox="1"/>
          <p:nvPr/>
        </p:nvSpPr>
        <p:spPr>
          <a:xfrm>
            <a:off x="688157" y="273377"/>
            <a:ext cx="7946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Multilayer Perceptron Learning</a:t>
            </a:r>
            <a:endParaRPr lang="en-PK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844DC1-CB55-425E-8D20-19E9B5A59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71" y="1012645"/>
            <a:ext cx="97536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4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7075E0-774F-4AE6-B21D-FBDA014DB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07" y="889852"/>
            <a:ext cx="9089330" cy="401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85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5" ma:contentTypeDescription="Create a new document." ma:contentTypeScope="" ma:versionID="5b4f94f29af92c2c38760606e13a76fa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27929261d078ce812582891b1a16c94f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328247-CE91-407B-9DAF-11E3E34E2E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7B0FC9-C931-4D94-A541-4F7EDF28D1BF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4365d7e7-07f8-46ee-9253-0d9db5cf0247"/>
    <ds:schemaRef ds:uri="http://schemas.openxmlformats.org/package/2006/metadata/core-properties"/>
    <ds:schemaRef ds:uri="c5e93d4a-e23b-42c8-8ff1-78131b2d8e46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7491293-0794-49E0-8840-B43327E7F4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4088</TotalTime>
  <Words>11</Words>
  <Application>Microsoft Office PowerPoint</Application>
  <PresentationFormat>Widescreen</PresentationFormat>
  <Paragraphs>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Perceptron Learning , AND Classification</vt:lpstr>
      <vt:lpstr>PowerPoint Presentation</vt:lpstr>
      <vt:lpstr>PowerPoint Presentation</vt:lpstr>
      <vt:lpstr>PowerPoint Presentation</vt:lpstr>
      <vt:lpstr>PowerPoint Presentation</vt:lpstr>
      <vt:lpstr>Mathematical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Classifier</dc:title>
  <dc:creator>Sibghatullah</dc:creator>
  <cp:lastModifiedBy>Sibghat Ullah</cp:lastModifiedBy>
  <cp:revision>58</cp:revision>
  <dcterms:created xsi:type="dcterms:W3CDTF">2019-06-19T06:26:36Z</dcterms:created>
  <dcterms:modified xsi:type="dcterms:W3CDTF">2026-06-09T08:08:27Z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