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4" r:id="rId7"/>
    <p:sldId id="309" r:id="rId8"/>
    <p:sldId id="310" r:id="rId9"/>
    <p:sldId id="261" r:id="rId10"/>
    <p:sldId id="28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833452CE-4F63-4C1C-A47B-41280CCB5D6C}"/>
    <pc:docChg chg="undo custSel addSld delSld modSld sldOrd">
      <pc:chgData name="Sibghat Ullah" userId="70fa0353-8769-46b4-8509-fc74b81c1661" providerId="ADAL" clId="{833452CE-4F63-4C1C-A47B-41280CCB5D6C}" dt="2026-06-10T15:20:25.590" v="203" actId="1076"/>
      <pc:docMkLst>
        <pc:docMk/>
      </pc:docMkLst>
      <pc:sldChg chg="addSp delSp modSp new mod">
        <pc:chgData name="Sibghat Ullah" userId="70fa0353-8769-46b4-8509-fc74b81c1661" providerId="ADAL" clId="{833452CE-4F63-4C1C-A47B-41280CCB5D6C}" dt="2026-06-10T14:47:43.558" v="143" actId="1076"/>
        <pc:sldMkLst>
          <pc:docMk/>
          <pc:sldMk cId="740324479" sldId="256"/>
        </pc:sldMkLst>
        <pc:spChg chg="del">
          <ac:chgData name="Sibghat Ullah" userId="70fa0353-8769-46b4-8509-fc74b81c1661" providerId="ADAL" clId="{833452CE-4F63-4C1C-A47B-41280CCB5D6C}" dt="2026-06-10T14:37:17.116" v="1" actId="478"/>
          <ac:spMkLst>
            <pc:docMk/>
            <pc:sldMk cId="740324479" sldId="256"/>
            <ac:spMk id="2" creationId="{0293A9FD-F95B-4BAD-B536-C651DDDAE371}"/>
          </ac:spMkLst>
        </pc:spChg>
        <pc:spChg chg="del">
          <ac:chgData name="Sibghat Ullah" userId="70fa0353-8769-46b4-8509-fc74b81c1661" providerId="ADAL" clId="{833452CE-4F63-4C1C-A47B-41280CCB5D6C}" dt="2026-06-10T14:37:19.980" v="2" actId="478"/>
          <ac:spMkLst>
            <pc:docMk/>
            <pc:sldMk cId="740324479" sldId="256"/>
            <ac:spMk id="3" creationId="{D23FD383-25C9-4C45-9FFD-20BF58A8B857}"/>
          </ac:spMkLst>
        </pc:spChg>
        <pc:spChg chg="add mod">
          <ac:chgData name="Sibghat Ullah" userId="70fa0353-8769-46b4-8509-fc74b81c1661" providerId="ADAL" clId="{833452CE-4F63-4C1C-A47B-41280CCB5D6C}" dt="2026-06-10T14:47:43.558" v="143" actId="1076"/>
          <ac:spMkLst>
            <pc:docMk/>
            <pc:sldMk cId="740324479" sldId="256"/>
            <ac:spMk id="8" creationId="{38D88DAC-6618-4451-864B-F5F0D73BC354}"/>
          </ac:spMkLst>
        </pc:spChg>
        <pc:picChg chg="add del mod">
          <ac:chgData name="Sibghat Ullah" userId="70fa0353-8769-46b4-8509-fc74b81c1661" providerId="ADAL" clId="{833452CE-4F63-4C1C-A47B-41280CCB5D6C}" dt="2026-06-10T14:45:34.497" v="58" actId="478"/>
          <ac:picMkLst>
            <pc:docMk/>
            <pc:sldMk cId="740324479" sldId="256"/>
            <ac:picMk id="5" creationId="{6B815C77-ADF0-47A6-9D50-DF73886F34F4}"/>
          </ac:picMkLst>
        </pc:picChg>
        <pc:picChg chg="add mod">
          <ac:chgData name="Sibghat Ullah" userId="70fa0353-8769-46b4-8509-fc74b81c1661" providerId="ADAL" clId="{833452CE-4F63-4C1C-A47B-41280CCB5D6C}" dt="2026-06-10T14:46:28.866" v="63" actId="1076"/>
          <ac:picMkLst>
            <pc:docMk/>
            <pc:sldMk cId="740324479" sldId="256"/>
            <ac:picMk id="7" creationId="{25AF7CAC-DE8B-4237-ABB6-D5DEBBDA3066}"/>
          </ac:picMkLst>
        </pc:picChg>
      </pc:sldChg>
      <pc:sldChg chg="addSp delSp modSp add mod">
        <pc:chgData name="Sibghat Ullah" userId="70fa0353-8769-46b4-8509-fc74b81c1661" providerId="ADAL" clId="{833452CE-4F63-4C1C-A47B-41280CCB5D6C}" dt="2026-06-10T14:42:08.190" v="51" actId="22"/>
        <pc:sldMkLst>
          <pc:docMk/>
          <pc:sldMk cId="1301693301" sldId="257"/>
        </pc:sldMkLst>
        <pc:spChg chg="add del mod">
          <ac:chgData name="Sibghat Ullah" userId="70fa0353-8769-46b4-8509-fc74b81c1661" providerId="ADAL" clId="{833452CE-4F63-4C1C-A47B-41280CCB5D6C}" dt="2026-06-10T14:42:06.864" v="50" actId="478"/>
          <ac:spMkLst>
            <pc:docMk/>
            <pc:sldMk cId="1301693301" sldId="257"/>
            <ac:spMk id="6" creationId="{478EF50B-725D-41FC-A4F9-6D7FB53D8381}"/>
          </ac:spMkLst>
        </pc:spChg>
        <pc:picChg chg="add del mod">
          <ac:chgData name="Sibghat Ullah" userId="70fa0353-8769-46b4-8509-fc74b81c1661" providerId="ADAL" clId="{833452CE-4F63-4C1C-A47B-41280CCB5D6C}" dt="2026-06-10T14:41:55.804" v="47" actId="478"/>
          <ac:picMkLst>
            <pc:docMk/>
            <pc:sldMk cId="1301693301" sldId="257"/>
            <ac:picMk id="3" creationId="{4F566EA9-D719-4716-912D-0E3D14DFDDF0}"/>
          </ac:picMkLst>
        </pc:picChg>
        <pc:picChg chg="add del mod">
          <ac:chgData name="Sibghat Ullah" userId="70fa0353-8769-46b4-8509-fc74b81c1661" providerId="ADAL" clId="{833452CE-4F63-4C1C-A47B-41280CCB5D6C}" dt="2026-06-10T14:41:57.860" v="48" actId="478"/>
          <ac:picMkLst>
            <pc:docMk/>
            <pc:sldMk cId="1301693301" sldId="257"/>
            <ac:picMk id="5" creationId="{E12E0DE8-8F58-4E7C-8B54-8482A3258C1E}"/>
          </ac:picMkLst>
        </pc:picChg>
        <pc:picChg chg="add del mod">
          <ac:chgData name="Sibghat Ullah" userId="70fa0353-8769-46b4-8509-fc74b81c1661" providerId="ADAL" clId="{833452CE-4F63-4C1C-A47B-41280CCB5D6C}" dt="2026-06-10T14:42:03.636" v="49" actId="478"/>
          <ac:picMkLst>
            <pc:docMk/>
            <pc:sldMk cId="1301693301" sldId="257"/>
            <ac:picMk id="8" creationId="{C39771F5-CB44-4515-AE14-6E3170B25F32}"/>
          </ac:picMkLst>
        </pc:picChg>
        <pc:picChg chg="add">
          <ac:chgData name="Sibghat Ullah" userId="70fa0353-8769-46b4-8509-fc74b81c1661" providerId="ADAL" clId="{833452CE-4F63-4C1C-A47B-41280CCB5D6C}" dt="2026-06-10T14:42:08.190" v="51" actId="22"/>
          <ac:picMkLst>
            <pc:docMk/>
            <pc:sldMk cId="1301693301" sldId="257"/>
            <ac:picMk id="10" creationId="{D69FCFDA-E1F5-47BC-A19B-6DD40B3C6D99}"/>
          </ac:picMkLst>
        </pc:picChg>
      </pc:sldChg>
      <pc:sldChg chg="new del">
        <pc:chgData name="Sibghat Ullah" userId="70fa0353-8769-46b4-8509-fc74b81c1661" providerId="ADAL" clId="{833452CE-4F63-4C1C-A47B-41280CCB5D6C}" dt="2026-06-10T14:47:50.902" v="145" actId="680"/>
        <pc:sldMkLst>
          <pc:docMk/>
          <pc:sldMk cId="2871697890" sldId="258"/>
        </pc:sldMkLst>
      </pc:sldChg>
      <pc:sldChg chg="addSp delSp modSp add mod">
        <pc:chgData name="Sibghat Ullah" userId="70fa0353-8769-46b4-8509-fc74b81c1661" providerId="ADAL" clId="{833452CE-4F63-4C1C-A47B-41280CCB5D6C}" dt="2026-06-10T14:54:01.150" v="151" actId="14100"/>
        <pc:sldMkLst>
          <pc:docMk/>
          <pc:sldMk cId="4095636217" sldId="258"/>
        </pc:sldMkLst>
        <pc:picChg chg="add mod">
          <ac:chgData name="Sibghat Ullah" userId="70fa0353-8769-46b4-8509-fc74b81c1661" providerId="ADAL" clId="{833452CE-4F63-4C1C-A47B-41280CCB5D6C}" dt="2026-06-10T14:54:01.150" v="151" actId="14100"/>
          <ac:picMkLst>
            <pc:docMk/>
            <pc:sldMk cId="4095636217" sldId="258"/>
            <ac:picMk id="3" creationId="{612940B1-6547-4979-9965-5230C8E62F59}"/>
          </ac:picMkLst>
        </pc:picChg>
        <pc:picChg chg="del">
          <ac:chgData name="Sibghat Ullah" userId="70fa0353-8769-46b4-8509-fc74b81c1661" providerId="ADAL" clId="{833452CE-4F63-4C1C-A47B-41280CCB5D6C}" dt="2026-06-10T14:47:56.554" v="147" actId="478"/>
          <ac:picMkLst>
            <pc:docMk/>
            <pc:sldMk cId="4095636217" sldId="258"/>
            <ac:picMk id="10" creationId="{D69FCFDA-E1F5-47BC-A19B-6DD40B3C6D99}"/>
          </ac:picMkLst>
        </pc:picChg>
      </pc:sldChg>
      <pc:sldChg chg="addSp delSp modSp add mod">
        <pc:chgData name="Sibghat Ullah" userId="70fa0353-8769-46b4-8509-fc74b81c1661" providerId="ADAL" clId="{833452CE-4F63-4C1C-A47B-41280CCB5D6C}" dt="2026-06-10T15:10:22.737" v="163" actId="22"/>
        <pc:sldMkLst>
          <pc:docMk/>
          <pc:sldMk cId="2763640816" sldId="259"/>
        </pc:sldMkLst>
        <pc:picChg chg="del mod">
          <ac:chgData name="Sibghat Ullah" userId="70fa0353-8769-46b4-8509-fc74b81c1661" providerId="ADAL" clId="{833452CE-4F63-4C1C-A47B-41280CCB5D6C}" dt="2026-06-10T14:54:07.764" v="154" actId="478"/>
          <ac:picMkLst>
            <pc:docMk/>
            <pc:sldMk cId="2763640816" sldId="259"/>
            <ac:picMk id="3" creationId="{612940B1-6547-4979-9965-5230C8E62F59}"/>
          </ac:picMkLst>
        </pc:picChg>
        <pc:picChg chg="add">
          <ac:chgData name="Sibghat Ullah" userId="70fa0353-8769-46b4-8509-fc74b81c1661" providerId="ADAL" clId="{833452CE-4F63-4C1C-A47B-41280CCB5D6C}" dt="2026-06-10T15:10:22.737" v="163" actId="22"/>
          <ac:picMkLst>
            <pc:docMk/>
            <pc:sldMk cId="2763640816" sldId="259"/>
            <ac:picMk id="4" creationId="{97497D7B-0187-4970-873E-C8C16AA35F6F}"/>
          </ac:picMkLst>
        </pc:picChg>
      </pc:sldChg>
      <pc:sldChg chg="modSp add del mod">
        <pc:chgData name="Sibghat Ullah" userId="70fa0353-8769-46b4-8509-fc74b81c1661" providerId="ADAL" clId="{833452CE-4F63-4C1C-A47B-41280CCB5D6C}" dt="2026-06-10T15:10:04.571" v="162"/>
        <pc:sldMkLst>
          <pc:docMk/>
          <pc:sldMk cId="744926023" sldId="260"/>
        </pc:sldMkLst>
        <pc:spChg chg="mod">
          <ac:chgData name="Sibghat Ullah" userId="70fa0353-8769-46b4-8509-fc74b81c1661" providerId="ADAL" clId="{833452CE-4F63-4C1C-A47B-41280CCB5D6C}" dt="2026-06-10T15:10:04.571" v="162"/>
          <ac:spMkLst>
            <pc:docMk/>
            <pc:sldMk cId="744926023" sldId="260"/>
            <ac:spMk id="3" creationId="{00000000-0000-0000-0000-000000000000}"/>
          </ac:spMkLst>
        </pc:spChg>
      </pc:sldChg>
      <pc:sldChg chg="addSp delSp modSp add mod">
        <pc:chgData name="Sibghat Ullah" userId="70fa0353-8769-46b4-8509-fc74b81c1661" providerId="ADAL" clId="{833452CE-4F63-4C1C-A47B-41280CCB5D6C}" dt="2026-06-10T15:10:56.572" v="167" actId="22"/>
        <pc:sldMkLst>
          <pc:docMk/>
          <pc:sldMk cId="2906690357" sldId="260"/>
        </pc:sldMkLst>
        <pc:picChg chg="add">
          <ac:chgData name="Sibghat Ullah" userId="70fa0353-8769-46b4-8509-fc74b81c1661" providerId="ADAL" clId="{833452CE-4F63-4C1C-A47B-41280CCB5D6C}" dt="2026-06-10T15:10:56.572" v="167" actId="22"/>
          <ac:picMkLst>
            <pc:docMk/>
            <pc:sldMk cId="2906690357" sldId="260"/>
            <ac:picMk id="3" creationId="{4EED2D9D-E328-451C-87A3-B137D57E568A}"/>
          </ac:picMkLst>
        </pc:picChg>
        <pc:picChg chg="del mod">
          <ac:chgData name="Sibghat Ullah" userId="70fa0353-8769-46b4-8509-fc74b81c1661" providerId="ADAL" clId="{833452CE-4F63-4C1C-A47B-41280CCB5D6C}" dt="2026-06-10T15:10:29.866" v="166" actId="478"/>
          <ac:picMkLst>
            <pc:docMk/>
            <pc:sldMk cId="2906690357" sldId="260"/>
            <ac:picMk id="4" creationId="{97497D7B-0187-4970-873E-C8C16AA35F6F}"/>
          </ac:picMkLst>
        </pc:picChg>
      </pc:sldChg>
      <pc:sldChg chg="addSp delSp add mod">
        <pc:chgData name="Sibghat Ullah" userId="70fa0353-8769-46b4-8509-fc74b81c1661" providerId="ADAL" clId="{833452CE-4F63-4C1C-A47B-41280CCB5D6C}" dt="2026-06-10T15:17:18.248" v="183" actId="22"/>
        <pc:sldMkLst>
          <pc:docMk/>
          <pc:sldMk cId="1445738030" sldId="261"/>
        </pc:sldMkLst>
        <pc:picChg chg="del">
          <ac:chgData name="Sibghat Ullah" userId="70fa0353-8769-46b4-8509-fc74b81c1661" providerId="ADAL" clId="{833452CE-4F63-4C1C-A47B-41280CCB5D6C}" dt="2026-06-10T15:11:03.225" v="169" actId="478"/>
          <ac:picMkLst>
            <pc:docMk/>
            <pc:sldMk cId="1445738030" sldId="261"/>
            <ac:picMk id="3" creationId="{4EED2D9D-E328-451C-87A3-B137D57E568A}"/>
          </ac:picMkLst>
        </pc:picChg>
        <pc:picChg chg="add">
          <ac:chgData name="Sibghat Ullah" userId="70fa0353-8769-46b4-8509-fc74b81c1661" providerId="ADAL" clId="{833452CE-4F63-4C1C-A47B-41280CCB5D6C}" dt="2026-06-10T15:17:18.248" v="183" actId="22"/>
          <ac:picMkLst>
            <pc:docMk/>
            <pc:sldMk cId="1445738030" sldId="261"/>
            <ac:picMk id="4" creationId="{E0723D21-9238-46D4-AFAB-41B09CD62FD3}"/>
          </ac:picMkLst>
        </pc:picChg>
      </pc:sldChg>
      <pc:sldChg chg="add del">
        <pc:chgData name="Sibghat Ullah" userId="70fa0353-8769-46b4-8509-fc74b81c1661" providerId="ADAL" clId="{833452CE-4F63-4C1C-A47B-41280CCB5D6C}" dt="2026-06-10T15:17:35.325" v="187"/>
        <pc:sldMkLst>
          <pc:docMk/>
          <pc:sldMk cId="3817068639" sldId="285"/>
        </pc:sldMkLst>
      </pc:sldChg>
      <pc:sldChg chg="modSp add del">
        <pc:chgData name="Sibghat Ullah" userId="70fa0353-8769-46b4-8509-fc74b81c1661" providerId="ADAL" clId="{833452CE-4F63-4C1C-A47B-41280CCB5D6C}" dt="2026-06-10T15:17:05.467" v="182"/>
        <pc:sldMkLst>
          <pc:docMk/>
          <pc:sldMk cId="3025666946" sldId="287"/>
        </pc:sldMkLst>
        <pc:spChg chg="mod">
          <ac:chgData name="Sibghat Ullah" userId="70fa0353-8769-46b4-8509-fc74b81c1661" providerId="ADAL" clId="{833452CE-4F63-4C1C-A47B-41280CCB5D6C}" dt="2026-06-10T15:16:44.833" v="179" actId="15"/>
          <ac:spMkLst>
            <pc:docMk/>
            <pc:sldMk cId="3025666946" sldId="287"/>
            <ac:spMk id="3" creationId="{00000000-0000-0000-0000-000000000000}"/>
          </ac:spMkLst>
        </pc:spChg>
      </pc:sldChg>
      <pc:sldChg chg="add ord">
        <pc:chgData name="Sibghat Ullah" userId="70fa0353-8769-46b4-8509-fc74b81c1661" providerId="ADAL" clId="{833452CE-4F63-4C1C-A47B-41280CCB5D6C}" dt="2026-06-10T15:14:18.089" v="173"/>
        <pc:sldMkLst>
          <pc:docMk/>
          <pc:sldMk cId="2088830905" sldId="294"/>
        </pc:sldMkLst>
      </pc:sldChg>
      <pc:sldChg chg="add del">
        <pc:chgData name="Sibghat Ullah" userId="70fa0353-8769-46b4-8509-fc74b81c1661" providerId="ADAL" clId="{833452CE-4F63-4C1C-A47B-41280CCB5D6C}" dt="2026-06-10T15:14:19.829" v="174" actId="47"/>
        <pc:sldMkLst>
          <pc:docMk/>
          <pc:sldMk cId="1889252591" sldId="295"/>
        </pc:sldMkLst>
      </pc:sldChg>
      <pc:sldChg chg="add ord">
        <pc:chgData name="Sibghat Ullah" userId="70fa0353-8769-46b4-8509-fc74b81c1661" providerId="ADAL" clId="{833452CE-4F63-4C1C-A47B-41280CCB5D6C}" dt="2026-06-10T15:14:35.971" v="177"/>
        <pc:sldMkLst>
          <pc:docMk/>
          <pc:sldMk cId="2763914391" sldId="309"/>
        </pc:sldMkLst>
      </pc:sldChg>
      <pc:sldChg chg="addSp delSp modSp add mod ord">
        <pc:chgData name="Sibghat Ullah" userId="70fa0353-8769-46b4-8509-fc74b81c1661" providerId="ADAL" clId="{833452CE-4F63-4C1C-A47B-41280CCB5D6C}" dt="2026-06-10T15:20:25.590" v="203" actId="1076"/>
        <pc:sldMkLst>
          <pc:docMk/>
          <pc:sldMk cId="438371480" sldId="310"/>
        </pc:sldMkLst>
        <pc:spChg chg="add mod">
          <ac:chgData name="Sibghat Ullah" userId="70fa0353-8769-46b4-8509-fc74b81c1661" providerId="ADAL" clId="{833452CE-4F63-4C1C-A47B-41280CCB5D6C}" dt="2026-06-10T15:20:25.590" v="203" actId="1076"/>
          <ac:spMkLst>
            <pc:docMk/>
            <pc:sldMk cId="438371480" sldId="310"/>
            <ac:spMk id="5" creationId="{F03DAB69-9C3D-4766-850E-C15B8CE419B1}"/>
          </ac:spMkLst>
        </pc:spChg>
        <pc:picChg chg="add mod">
          <ac:chgData name="Sibghat Ullah" userId="70fa0353-8769-46b4-8509-fc74b81c1661" providerId="ADAL" clId="{833452CE-4F63-4C1C-A47B-41280CCB5D6C}" dt="2026-06-10T15:20:02.576" v="191" actId="1076"/>
          <ac:picMkLst>
            <pc:docMk/>
            <pc:sldMk cId="438371480" sldId="310"/>
            <ac:picMk id="3" creationId="{DC85B482-3292-44C7-8EAA-AD58999EB89B}"/>
          </ac:picMkLst>
        </pc:picChg>
        <pc:picChg chg="del mod">
          <ac:chgData name="Sibghat Ullah" userId="70fa0353-8769-46b4-8509-fc74b81c1661" providerId="ADAL" clId="{833452CE-4F63-4C1C-A47B-41280CCB5D6C}" dt="2026-06-10T15:17:24.154" v="186" actId="478"/>
          <ac:picMkLst>
            <pc:docMk/>
            <pc:sldMk cId="438371480" sldId="310"/>
            <ac:picMk id="4" creationId="{E0723D21-9238-46D4-AFAB-41B09CD62FD3}"/>
          </ac:picMkLst>
        </pc:picChg>
      </pc:sldChg>
      <pc:sldMasterChg chg="addSldLayout">
        <pc:chgData name="Sibghat Ullah" userId="70fa0353-8769-46b4-8509-fc74b81c1661" providerId="ADAL" clId="{833452CE-4F63-4C1C-A47B-41280CCB5D6C}" dt="2026-06-10T14:37:13.339" v="0" actId="680"/>
        <pc:sldMasterMkLst>
          <pc:docMk/>
          <pc:sldMasterMk cId="2889546654" sldId="2147483648"/>
        </pc:sldMasterMkLst>
        <pc:sldLayoutChg chg="add">
          <pc:chgData name="Sibghat Ullah" userId="70fa0353-8769-46b4-8509-fc74b81c1661" providerId="ADAL" clId="{833452CE-4F63-4C1C-A47B-41280CCB5D6C}" dt="2026-06-10T14:37:13.339" v="0" actId="680"/>
          <pc:sldLayoutMkLst>
            <pc:docMk/>
            <pc:sldMasterMk cId="2889546654" sldId="2147483648"/>
            <pc:sldLayoutMk cId="399053316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8261-2EA5-4DFD-BDD3-64B5D64A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C594E-1C5A-4C8E-A04B-1FCBBBEFE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053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54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AF7CAC-DE8B-4237-ABB6-D5DEBBDA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5" y="102737"/>
            <a:ext cx="12011089" cy="21465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D88DAC-6618-4451-864B-F5F0D73BC354}"/>
              </a:ext>
            </a:extLst>
          </p:cNvPr>
          <p:cNvSpPr txBox="1"/>
          <p:nvPr/>
        </p:nvSpPr>
        <p:spPr>
          <a:xfrm>
            <a:off x="263951" y="2922310"/>
            <a:ext cx="6542202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Supervise Learning Algorithm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Based on applying Bayes Theorem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74032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9FCFDA-E1F5-47BC-A19B-6DD40B3C6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81"/>
            <a:ext cx="12192000" cy="68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9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940B1-6547-4979-9965-5230C8E62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2" y="-1"/>
            <a:ext cx="12009748" cy="680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3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497D7B-0187-4970-873E-C8C16AA3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190048"/>
            <a:ext cx="12098438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4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D2D9D-E328-451C-87A3-B137D57E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13811"/>
            <a:ext cx="12146070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9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1994" y="614363"/>
          <a:ext cx="2189492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4563794" cy="4351338"/>
          </a:xfrm>
        </p:spPr>
        <p:txBody>
          <a:bodyPr/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Player will play or not if the weather is sunny?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300" y="2533650"/>
            <a:ext cx="3990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3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3144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We can solve it using above discussed method of posterior probability.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𝑆𝑢𝑛𝑛𝑦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𝑆𝑢𝑛𝑛𝑦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Here we have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𝑆𝑢𝑛𝑛𝑦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=0.33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=0.36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=0.6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𝑌𝑒𝑠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Similarly we will calculate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31446"/>
              </a:xfrm>
              <a:blipFill rotWithShape="0">
                <a:blip r:embed="rId2"/>
                <a:stretch>
                  <a:fillRect l="-812" t="-2500" b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91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5B482-3292-44C7-8EAA-AD58999E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4" y="856464"/>
            <a:ext cx="9753600" cy="529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3DAB69-9C3D-4766-850E-C15B8CE419B1}"/>
              </a:ext>
            </a:extLst>
          </p:cNvPr>
          <p:cNvSpPr txBox="1"/>
          <p:nvPr/>
        </p:nvSpPr>
        <p:spPr>
          <a:xfrm>
            <a:off x="1659117" y="243971"/>
            <a:ext cx="229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</a:t>
            </a:r>
            <a:r>
              <a:rPr lang="en-US" dirty="0"/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3837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723D21-9238-46D4-AFAB-41B09CD6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266258"/>
            <a:ext cx="11888859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3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91524" y="1825625"/>
          <a:ext cx="3598737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23449" cy="4351338"/>
              </a:xfrm>
            </p:spPr>
            <p:txBody>
              <a:bodyPr/>
              <a:lstStyle/>
              <a:p>
                <a:r>
                  <a:rPr lang="en-US" dirty="0"/>
                  <a:t>For the given dataset, apply naïve Bayes algorithm to compute the prediction for a car with attributes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𝐷𝑜𝑚𝑒𝑠𝑡𝑖𝑐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𝑆𝑈𝑉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23449" cy="4351338"/>
              </a:xfrm>
              <a:blipFill rotWithShape="0">
                <a:blip r:embed="rId2"/>
                <a:stretch>
                  <a:fillRect l="-2062" t="-2241" r="-2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06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170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Sibghat Ullah</dc:creator>
  <cp:lastModifiedBy>Sibghat Ullah</cp:lastModifiedBy>
  <cp:revision>1</cp:revision>
  <dcterms:created xsi:type="dcterms:W3CDTF">2026-06-10T14:37:10Z</dcterms:created>
  <dcterms:modified xsi:type="dcterms:W3CDTF">2026-06-10T15:20:27Z</dcterms:modified>
</cp:coreProperties>
</file>