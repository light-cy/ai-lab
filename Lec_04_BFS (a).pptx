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0" r:id="rId2"/>
    <p:sldId id="476" r:id="rId3"/>
    <p:sldId id="477" r:id="rId4"/>
    <p:sldId id="479" r:id="rId5"/>
    <p:sldId id="497" r:id="rId6"/>
    <p:sldId id="481" r:id="rId7"/>
    <p:sldId id="482" r:id="rId8"/>
    <p:sldId id="4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78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ghat Ullah" userId="70fa0353-8769-46b4-8509-fc74b81c1661" providerId="ADAL" clId="{11D9CA78-CC5A-4379-95B8-B4969BAE8031}"/>
    <pc:docChg chg="custSel delSld modSld">
      <pc:chgData name="Sibghat Ullah" userId="70fa0353-8769-46b4-8509-fc74b81c1661" providerId="ADAL" clId="{11D9CA78-CC5A-4379-95B8-B4969BAE8031}" dt="2026-03-12T17:19:26.212" v="13" actId="20577"/>
      <pc:docMkLst>
        <pc:docMk/>
      </pc:docMkLst>
      <pc:sldChg chg="delSp mod">
        <pc:chgData name="Sibghat Ullah" userId="70fa0353-8769-46b4-8509-fc74b81c1661" providerId="ADAL" clId="{11D9CA78-CC5A-4379-95B8-B4969BAE8031}" dt="2026-03-12T16:55:18.070" v="0" actId="478"/>
        <pc:sldMkLst>
          <pc:docMk/>
          <pc:sldMk cId="3764170409" sldId="300"/>
        </pc:sldMkLst>
        <pc:spChg chg="del">
          <ac:chgData name="Sibghat Ullah" userId="70fa0353-8769-46b4-8509-fc74b81c1661" providerId="ADAL" clId="{11D9CA78-CC5A-4379-95B8-B4969BAE8031}" dt="2026-03-12T16:55:18.070" v="0" actId="478"/>
          <ac:spMkLst>
            <pc:docMk/>
            <pc:sldMk cId="3764170409" sldId="300"/>
            <ac:spMk id="3" creationId="{00000000-0000-0000-0000-000000000000}"/>
          </ac:spMkLst>
        </pc:spChg>
      </pc:sldChg>
      <pc:sldChg chg="del">
        <pc:chgData name="Sibghat Ullah" userId="70fa0353-8769-46b4-8509-fc74b81c1661" providerId="ADAL" clId="{11D9CA78-CC5A-4379-95B8-B4969BAE8031}" dt="2026-03-12T16:58:40.740" v="1" actId="47"/>
        <pc:sldMkLst>
          <pc:docMk/>
          <pc:sldMk cId="79292962" sldId="459"/>
        </pc:sldMkLst>
      </pc:sldChg>
      <pc:sldChg chg="del">
        <pc:chgData name="Sibghat Ullah" userId="70fa0353-8769-46b4-8509-fc74b81c1661" providerId="ADAL" clId="{11D9CA78-CC5A-4379-95B8-B4969BAE8031}" dt="2026-03-12T16:58:40.740" v="1" actId="47"/>
        <pc:sldMkLst>
          <pc:docMk/>
          <pc:sldMk cId="1440097589" sldId="460"/>
        </pc:sldMkLst>
      </pc:sldChg>
      <pc:sldChg chg="modSp mod">
        <pc:chgData name="Sibghat Ullah" userId="70fa0353-8769-46b4-8509-fc74b81c1661" providerId="ADAL" clId="{11D9CA78-CC5A-4379-95B8-B4969BAE8031}" dt="2026-03-12T17:19:26.212" v="13" actId="20577"/>
        <pc:sldMkLst>
          <pc:docMk/>
          <pc:sldMk cId="4107272864" sldId="479"/>
        </pc:sldMkLst>
        <pc:spChg chg="mod">
          <ac:chgData name="Sibghat Ullah" userId="70fa0353-8769-46b4-8509-fc74b81c1661" providerId="ADAL" clId="{11D9CA78-CC5A-4379-95B8-B4969BAE8031}" dt="2026-03-12T17:19:26.212" v="13" actId="20577"/>
          <ac:spMkLst>
            <pc:docMk/>
            <pc:sldMk cId="4107272864" sldId="479"/>
            <ac:spMk id="286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don’t have any additional information about state</a:t>
            </a:r>
            <a:r>
              <a:rPr lang="en-US" baseline="0" dirty="0"/>
              <a:t> beyond that is provided in the problem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5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77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is a bigger problem than cost</a:t>
            </a:r>
          </a:p>
          <a:p>
            <a:r>
              <a:rPr lang="en-US" dirty="0"/>
              <a:t>d is the depth of the lowest cost solution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79" y="839679"/>
            <a:ext cx="7793037" cy="852487"/>
          </a:xfrm>
        </p:spPr>
        <p:txBody>
          <a:bodyPr/>
          <a:lstStyle/>
          <a:p>
            <a:r>
              <a:rPr lang="en-US" dirty="0"/>
              <a:t>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2033752"/>
            <a:ext cx="9995338" cy="45956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Blind (Un-informed)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We wonder in the search space without any clue where the goal could be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Heuristic (Informed)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Heuristic function guides us whether we are getting near or far from the goal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Adversarial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When two agents have conflicting goals, such as in playing games</a:t>
            </a:r>
          </a:p>
        </p:txBody>
      </p:sp>
    </p:spTree>
    <p:extLst>
      <p:ext uri="{BB962C8B-B14F-4D97-AF65-F5344CB8AC3E}">
        <p14:creationId xmlns:p14="http://schemas.microsoft.com/office/powerpoint/2010/main" val="359659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301040" y="84230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Blind Search Strategies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1301039" y="1820924"/>
            <a:ext cx="9971305" cy="394925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Blind (Uninformed) </a:t>
            </a:r>
            <a:r>
              <a:rPr lang="en-US" dirty="0"/>
              <a:t>search strategies use only the information available in the problem definition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They don’t have any additional information about  a state beyond that is provided in the problem definition.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Breadth-first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Depth-first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Uniform-cost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Iterative deepening search</a:t>
            </a:r>
          </a:p>
        </p:txBody>
      </p:sp>
    </p:spTree>
    <p:extLst>
      <p:ext uri="{BB962C8B-B14F-4D97-AF65-F5344CB8AC3E}">
        <p14:creationId xmlns:p14="http://schemas.microsoft.com/office/powerpoint/2010/main" val="335397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9" name="Picture 4" descr="bfs-progress1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3657601"/>
            <a:ext cx="4267200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3945" y="856487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3" y="1891862"/>
            <a:ext cx="10152993" cy="45851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node first, </a:t>
            </a:r>
            <a:r>
              <a:rPr lang="en-US" sz="2400" i="1" dirty="0"/>
              <a:t>i.e.,</a:t>
            </a:r>
            <a:r>
              <a:rPr lang="en-US" sz="2400" dirty="0"/>
              <a:t> nodes visited 1</a:t>
            </a:r>
            <a:r>
              <a:rPr lang="en-US" sz="2400" baseline="30000" dirty="0"/>
              <a:t>st</a:t>
            </a:r>
            <a:r>
              <a:rPr lang="en-US" sz="2400" dirty="0"/>
              <a:t> shall be expanded 1</a:t>
            </a:r>
            <a:r>
              <a:rPr lang="en-US" sz="2400" baseline="30000" dirty="0"/>
              <a:t>st</a:t>
            </a:r>
            <a:r>
              <a:rPr lang="en-US" sz="2400" dirty="0"/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Can be implemented by calling Tree-Search </a:t>
            </a:r>
            <a:r>
              <a:rPr lang="en-US" sz="2000" dirty="0" err="1"/>
              <a:t>algo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use </a:t>
            </a:r>
            <a:r>
              <a:rPr lang="en-US" sz="2000"/>
              <a:t>the </a:t>
            </a:r>
            <a:r>
              <a:rPr lang="en-US" sz="2000" i="1"/>
              <a:t>fringe(first node) </a:t>
            </a:r>
            <a:r>
              <a:rPr lang="en-US" sz="2000" dirty="0"/>
              <a:t>as a </a:t>
            </a:r>
            <a:r>
              <a:rPr lang="en-US" sz="2000" dirty="0">
                <a:solidFill>
                  <a:srgbClr val="FF0000"/>
                </a:solidFill>
              </a:rPr>
              <a:t>Queue</a:t>
            </a:r>
            <a:r>
              <a:rPr lang="en-US" sz="2000" dirty="0"/>
              <a:t>, FIFO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newly expanded node at the </a:t>
            </a:r>
            <a:r>
              <a:rPr lang="en-US" sz="2000" dirty="0">
                <a:solidFill>
                  <a:srgbClr val="FF0000"/>
                </a:solidFill>
              </a:rPr>
              <a:t>back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7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35571"/>
            <a:ext cx="10058400" cy="884767"/>
          </a:xfrm>
        </p:spPr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Breadth-first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Check if A is goal, it is not, expand A, remove 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Fringe = B,C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5" descr="bfs-progress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0" y="3200400"/>
            <a:ext cx="5562600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840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5" name="Picture 5" descr="bfs-progress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657601"/>
            <a:ext cx="5943600" cy="285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4763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07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C, D,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D, E, F, 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5" descr="bfs-progress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657600"/>
            <a:ext cx="4648200" cy="278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7976" y="877942"/>
            <a:ext cx="7793038" cy="838200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17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unexpanded node
Check if D is goal, it is not, no children so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E,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Search goes on until goal is found. Once it is found, the search terminates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7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Breadth-first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1412" y="1847196"/>
            <a:ext cx="10083636" cy="412793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Complete: </a:t>
            </a:r>
            <a:r>
              <a:rPr lang="en-US" dirty="0"/>
              <a:t>Yes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Optimal:</a:t>
            </a:r>
            <a:r>
              <a:rPr lang="en-US" dirty="0"/>
              <a:t> Yes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Time: </a:t>
            </a:r>
            <a:r>
              <a:rPr lang="en-US" i="1" dirty="0"/>
              <a:t>O(b</a:t>
            </a:r>
            <a:r>
              <a:rPr lang="en-US" i="1" baseline="30000" dirty="0"/>
              <a:t>d</a:t>
            </a:r>
            <a:r>
              <a:rPr lang="en-US" i="1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247E8-B026-4F92-8203-3DCBD3EF3C84}"/>
              </a:ext>
            </a:extLst>
          </p:cNvPr>
          <p:cNvSpPr txBox="1"/>
          <p:nvPr/>
        </p:nvSpPr>
        <p:spPr>
          <a:xfrm>
            <a:off x="4025462" y="3846786"/>
            <a:ext cx="61275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B= branch factor</a:t>
            </a:r>
          </a:p>
          <a:p>
            <a:r>
              <a:rPr lang="en-US" dirty="0"/>
              <a:t>D = depth </a:t>
            </a:r>
          </a:p>
          <a:p>
            <a:r>
              <a:rPr lang="en-US" dirty="0" err="1"/>
              <a:t>e.g</a:t>
            </a:r>
            <a:endParaRPr lang="en-US" dirty="0"/>
          </a:p>
          <a:p>
            <a:r>
              <a:rPr lang="en-US" dirty="0"/>
              <a:t>B=3</a:t>
            </a:r>
          </a:p>
          <a:p>
            <a:r>
              <a:rPr lang="en-US" dirty="0"/>
              <a:t>D=2</a:t>
            </a:r>
          </a:p>
          <a:p>
            <a:r>
              <a:rPr lang="en-US" dirty="0"/>
              <a:t>3^2=9 searches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45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</TotalTime>
  <Words>345</Words>
  <Application>Microsoft Office PowerPoint</Application>
  <PresentationFormat>Widescreen</PresentationFormat>
  <Paragraphs>54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Wingdings</vt:lpstr>
      <vt:lpstr>Office Theme</vt:lpstr>
      <vt:lpstr>  Artificial Intelligence </vt:lpstr>
      <vt:lpstr>Search Strategies</vt:lpstr>
      <vt:lpstr>Blind Search Strategies</vt:lpstr>
      <vt:lpstr>Breadth-first Search</vt:lpstr>
      <vt:lpstr>Breadth-first Search</vt:lpstr>
      <vt:lpstr>Breadth-first Search</vt:lpstr>
      <vt:lpstr>Breadth-first Search</vt:lpstr>
      <vt:lpstr>Properties of Breadth-first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sadia Aslam</dc:creator>
  <cp:lastModifiedBy>Sibghat Ullah</cp:lastModifiedBy>
  <cp:revision>235</cp:revision>
  <dcterms:created xsi:type="dcterms:W3CDTF">2019-07-02T12:12:32Z</dcterms:created>
  <dcterms:modified xsi:type="dcterms:W3CDTF">2026-03-12T17:19:28Z</dcterms:modified>
</cp:coreProperties>
</file>