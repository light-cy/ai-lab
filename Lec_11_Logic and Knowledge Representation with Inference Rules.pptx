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409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449" r:id="rId39"/>
    <p:sldId id="292" r:id="rId40"/>
    <p:sldId id="293" r:id="rId41"/>
    <p:sldId id="294" r:id="rId42"/>
    <p:sldId id="295" r:id="rId43"/>
    <p:sldId id="459" r:id="rId44"/>
    <p:sldId id="296" r:id="rId45"/>
    <p:sldId id="297" r:id="rId46"/>
    <p:sldId id="298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ghat Ullah" userId="70fa0353-8769-46b4-8509-fc74b81c1661" providerId="ADAL" clId="{D7F4D1F8-FBF2-4E98-A17B-2F36982CA140}"/>
    <pc:docChg chg="custSel addSld delSld modSld sldOrd">
      <pc:chgData name="Sibghat Ullah" userId="70fa0353-8769-46b4-8509-fc74b81c1661" providerId="ADAL" clId="{D7F4D1F8-FBF2-4E98-A17B-2F36982CA140}" dt="2026-05-19T17:23:56.167" v="36"/>
      <pc:docMkLst>
        <pc:docMk/>
      </pc:docMkLst>
      <pc:sldChg chg="addSp modSp mod">
        <pc:chgData name="Sibghat Ullah" userId="70fa0353-8769-46b4-8509-fc74b81c1661" providerId="ADAL" clId="{D7F4D1F8-FBF2-4E98-A17B-2F36982CA140}" dt="2026-05-19T17:19:20.388" v="18" actId="20577"/>
        <pc:sldMkLst>
          <pc:docMk/>
          <pc:sldMk cId="0" sldId="275"/>
        </pc:sldMkLst>
        <pc:spChg chg="add mod">
          <ac:chgData name="Sibghat Ullah" userId="70fa0353-8769-46b4-8509-fc74b81c1661" providerId="ADAL" clId="{D7F4D1F8-FBF2-4E98-A17B-2F36982CA140}" dt="2026-05-19T17:19:20.388" v="18" actId="20577"/>
          <ac:spMkLst>
            <pc:docMk/>
            <pc:sldMk cId="0" sldId="275"/>
            <ac:spMk id="4" creationId="{2437EEED-BFEF-4FFF-B84C-779A3C5B81CF}"/>
          </ac:spMkLst>
        </pc:spChg>
      </pc:sldChg>
      <pc:sldChg chg="ord">
        <pc:chgData name="Sibghat Ullah" userId="70fa0353-8769-46b4-8509-fc74b81c1661" providerId="ADAL" clId="{D7F4D1F8-FBF2-4E98-A17B-2F36982CA140}" dt="2026-05-19T17:22:56.951" v="22"/>
        <pc:sldMkLst>
          <pc:docMk/>
          <pc:sldMk cId="0" sldId="296"/>
        </pc:sldMkLst>
      </pc:sldChg>
      <pc:sldChg chg="del">
        <pc:chgData name="Sibghat Ullah" userId="70fa0353-8769-46b4-8509-fc74b81c1661" providerId="ADAL" clId="{D7F4D1F8-FBF2-4E98-A17B-2F36982CA140}" dt="2026-05-16T17:16:33.404" v="12" actId="47"/>
        <pc:sldMkLst>
          <pc:docMk/>
          <pc:sldMk cId="0" sldId="299"/>
        </pc:sldMkLst>
      </pc:sldChg>
      <pc:sldChg chg="del">
        <pc:chgData name="Sibghat Ullah" userId="70fa0353-8769-46b4-8509-fc74b81c1661" providerId="ADAL" clId="{D7F4D1F8-FBF2-4E98-A17B-2F36982CA140}" dt="2026-05-16T17:16:36.910" v="13" actId="47"/>
        <pc:sldMkLst>
          <pc:docMk/>
          <pc:sldMk cId="0" sldId="300"/>
        </pc:sldMkLst>
      </pc:sldChg>
      <pc:sldChg chg="del">
        <pc:chgData name="Sibghat Ullah" userId="70fa0353-8769-46b4-8509-fc74b81c1661" providerId="ADAL" clId="{D7F4D1F8-FBF2-4E98-A17B-2F36982CA140}" dt="2026-05-16T17:16:42.159" v="14" actId="47"/>
        <pc:sldMkLst>
          <pc:docMk/>
          <pc:sldMk cId="0" sldId="301"/>
        </pc:sldMkLst>
      </pc:sldChg>
      <pc:sldChg chg="delSp new del mod">
        <pc:chgData name="Sibghat Ullah" userId="70fa0353-8769-46b4-8509-fc74b81c1661" providerId="ADAL" clId="{D7F4D1F8-FBF2-4E98-A17B-2F36982CA140}" dt="2026-05-16T17:09:54.207" v="4" actId="2696"/>
        <pc:sldMkLst>
          <pc:docMk/>
          <pc:sldMk cId="2959070292" sldId="325"/>
        </pc:sldMkLst>
        <pc:spChg chg="del">
          <ac:chgData name="Sibghat Ullah" userId="70fa0353-8769-46b4-8509-fc74b81c1661" providerId="ADAL" clId="{D7F4D1F8-FBF2-4E98-A17B-2F36982CA140}" dt="2026-05-16T17:09:42.528" v="1" actId="478"/>
          <ac:spMkLst>
            <pc:docMk/>
            <pc:sldMk cId="2959070292" sldId="325"/>
            <ac:spMk id="2" creationId="{CD7A690C-AABB-49C1-A41A-A6F14C68D334}"/>
          </ac:spMkLst>
        </pc:spChg>
      </pc:sldChg>
      <pc:sldChg chg="add ord">
        <pc:chgData name="Sibghat Ullah" userId="70fa0353-8769-46b4-8509-fc74b81c1661" providerId="ADAL" clId="{D7F4D1F8-FBF2-4E98-A17B-2F36982CA140}" dt="2026-05-19T17:23:56.167" v="36"/>
        <pc:sldMkLst>
          <pc:docMk/>
          <pc:sldMk cId="1753030376" sldId="409"/>
        </pc:sldMkLst>
      </pc:sldChg>
      <pc:sldChg chg="modSp add mod">
        <pc:chgData name="Sibghat Ullah" userId="70fa0353-8769-46b4-8509-fc74b81c1661" providerId="ADAL" clId="{D7F4D1F8-FBF2-4E98-A17B-2F36982CA140}" dt="2026-05-16T17:09:44.281" v="3" actId="27636"/>
        <pc:sldMkLst>
          <pc:docMk/>
          <pc:sldMk cId="51236031" sldId="449"/>
        </pc:sldMkLst>
        <pc:spChg chg="mod">
          <ac:chgData name="Sibghat Ullah" userId="70fa0353-8769-46b4-8509-fc74b81c1661" providerId="ADAL" clId="{D7F4D1F8-FBF2-4E98-A17B-2F36982CA140}" dt="2026-05-16T17:09:44.281" v="3" actId="27636"/>
          <ac:spMkLst>
            <pc:docMk/>
            <pc:sldMk cId="51236031" sldId="449"/>
            <ac:spMk id="7" creationId="{00000000-0000-0000-0000-000000000000}"/>
          </ac:spMkLst>
        </pc:spChg>
      </pc:sldChg>
      <pc:sldChg chg="new del">
        <pc:chgData name="Sibghat Ullah" userId="70fa0353-8769-46b4-8509-fc74b81c1661" providerId="ADAL" clId="{D7F4D1F8-FBF2-4E98-A17B-2F36982CA140}" dt="2026-05-16T17:11:15.424" v="7" actId="2696"/>
        <pc:sldMkLst>
          <pc:docMk/>
          <pc:sldMk cId="2331117961" sldId="450"/>
        </pc:sldMkLst>
      </pc:sldChg>
      <pc:sldChg chg="add">
        <pc:chgData name="Sibghat Ullah" userId="70fa0353-8769-46b4-8509-fc74b81c1661" providerId="ADAL" clId="{D7F4D1F8-FBF2-4E98-A17B-2F36982CA140}" dt="2026-05-16T17:11:11.024" v="6"/>
        <pc:sldMkLst>
          <pc:docMk/>
          <pc:sldMk cId="794446280" sldId="459"/>
        </pc:sldMkLst>
      </pc:sldChg>
      <pc:sldChg chg="delSp new del mod">
        <pc:chgData name="Sibghat Ullah" userId="70fa0353-8769-46b4-8509-fc74b81c1661" providerId="ADAL" clId="{D7F4D1F8-FBF2-4E98-A17B-2F36982CA140}" dt="2026-05-16T17:16:14.022" v="11" actId="47"/>
        <pc:sldMkLst>
          <pc:docMk/>
          <pc:sldMk cId="3741980927" sldId="460"/>
        </pc:sldMkLst>
        <pc:spChg chg="del">
          <ac:chgData name="Sibghat Ullah" userId="70fa0353-8769-46b4-8509-fc74b81c1661" providerId="ADAL" clId="{D7F4D1F8-FBF2-4E98-A17B-2F36982CA140}" dt="2026-05-16T17:16:06.967" v="9" actId="478"/>
          <ac:spMkLst>
            <pc:docMk/>
            <pc:sldMk cId="3741980927" sldId="460"/>
            <ac:spMk id="2" creationId="{42CE2F93-F485-42B9-9509-E093289A3DF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945474-FE3F-495B-887B-A7C369833526}"/>
              </a:ext>
            </a:extLst>
          </p:cNvPr>
          <p:cNvSpPr/>
          <p:nvPr/>
        </p:nvSpPr>
        <p:spPr>
          <a:xfrm>
            <a:off x="3572758" y="4562572"/>
            <a:ext cx="1998483" cy="7541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9D53D0-90BD-43C0-B33F-0ED4E881E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18"/>
            <a:ext cx="9144000" cy="680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90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 rotWithShape="1">
          <a:blip r:embed="rId2"/>
          <a:srcRect l="10000" t="10309" r="20103" b="19450"/>
          <a:stretch/>
        </p:blipFill>
        <p:spPr>
          <a:xfrm>
            <a:off x="0" y="0"/>
            <a:ext cx="9144000" cy="68917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 rotWithShape="1">
          <a:blip r:embed="rId2"/>
          <a:srcRect l="18247" t="24329" r="18557" b="8317"/>
          <a:stretch/>
        </p:blipFill>
        <p:spPr>
          <a:xfrm>
            <a:off x="0" y="0"/>
            <a:ext cx="9030878" cy="68721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37EEED-BFEF-4FFF-B84C-779A3C5B81CF}"/>
              </a:ext>
            </a:extLst>
          </p:cNvPr>
          <p:cNvSpPr txBox="1"/>
          <p:nvPr/>
        </p:nvSpPr>
        <p:spPr>
          <a:xfrm>
            <a:off x="457200" y="5241303"/>
            <a:ext cx="71785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  </a:t>
            </a:r>
            <a:r>
              <a:rPr lang="en-US" b="1" i="1" dirty="0"/>
              <a:t>contradiction</a:t>
            </a:r>
            <a:r>
              <a:rPr lang="en-US" dirty="0"/>
              <a:t> is a proposition which is always false.</a:t>
            </a:r>
          </a:p>
          <a:p>
            <a:r>
              <a:rPr lang="en-US" dirty="0"/>
              <a:t>A  </a:t>
            </a:r>
            <a:r>
              <a:rPr lang="en-US" b="1" i="1" dirty="0"/>
              <a:t>contingency</a:t>
            </a:r>
            <a:r>
              <a:rPr lang="en-US" dirty="0"/>
              <a:t> is a proposition which is neither a tautology nor a contradiction.</a:t>
            </a:r>
            <a:endParaRPr lang="en-PK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52400"/>
            <a:ext cx="7620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</a:rPr>
              <a:t>Rules of Inference for Propositional Logic </a:t>
            </a:r>
            <a:endParaRPr lang="en-US" sz="3200" dirty="0"/>
          </a:p>
        </p:txBody>
      </p:sp>
      <p:pic>
        <p:nvPicPr>
          <p:cNvPr id="30722" name="Picture 2" descr="https://lh7-rt.googleusercontent.com/slidesz/AGV_vUeoE9m_KD7gPAEVHNz0kbkvRfQtSF1GcxLizvAOkWpJU2_eKwKS48wjW-4TemW-84R7tJRLkjoy82o3s8IiZ1pSXDpois3eNZ795_mwPFzofyjYI6lzlXbgPJxkwFTtATJ7bpJtzHoxpWGPPfZeojGOliEcrKCa5lJDPAoangIIE2T3EPQdKLk=s2048?key=rBy44xr6MXqn0K5O6fhkR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737175"/>
            <a:ext cx="5457825" cy="5935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3030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>
              <a:xfrm>
                <a:off x="4655713" y="2422033"/>
                <a:ext cx="3516735" cy="2842118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AutoNum type="alphaU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pPr>
                  <a:buAutoNum type="alphaU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b="0" dirty="0"/>
              </a:p>
              <a:p>
                <a:pPr>
                  <a:buAutoNum type="alphaUcParenR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</a:t>
                </a:r>
              </a:p>
              <a:p>
                <a:pPr>
                  <a:buAutoNum type="alphaU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pPr>
                  <a:buAutoNum type="alphaU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pPr>
                  <a:buAutoNum type="alphaU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buAutoNum type="alphaUcParenR"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5713" y="2422033"/>
                <a:ext cx="3516735" cy="284211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3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1593" y="1399726"/>
            <a:ext cx="3641501" cy="41630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2360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595" y="1750341"/>
            <a:ext cx="185492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>
                <a:solidFill>
                  <a:srgbClr val="C00000"/>
                </a:solidFill>
                <a:latin typeface="Calibri" panose="020F0502020204030204" pitchFamily="34" charset="0"/>
              </a:rPr>
              <a:t>Quantifiers</a:t>
            </a:r>
            <a:endParaRPr lang="en-US" sz="2700" dirty="0"/>
          </a:p>
        </p:txBody>
      </p:sp>
      <p:sp>
        <p:nvSpPr>
          <p:cNvPr id="5" name="Rectangle 4"/>
          <p:cNvSpPr/>
          <p:nvPr/>
        </p:nvSpPr>
        <p:spPr>
          <a:xfrm>
            <a:off x="966652" y="2321088"/>
            <a:ext cx="7158446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000000"/>
                </a:solidFill>
                <a:latin typeface="Calibri" panose="020F0502020204030204" pitchFamily="34" charset="0"/>
              </a:rPr>
              <a:t>Let C(x) be the statement “x has a cat,” let D(x) be the statement “x has a dog,” and let F(x) be the statement “x has a ferret.” Express each of these statements in terms of C(x), D(x), F(x), quantifiers, and logical connectives. Let the domain consist of all students in your class.</a:t>
            </a:r>
            <a:endParaRPr lang="en-US" sz="1350" dirty="0"/>
          </a:p>
        </p:txBody>
      </p:sp>
      <p:pic>
        <p:nvPicPr>
          <p:cNvPr id="6148" name="Picture 4" descr="https://lh7-rt.googleusercontent.com/slidesz/AGV_vUeT34d8wFOdOnStGQ6HQvrcm3AA5kH4Y-xZoqYYyGRpt9Y0nvglIi_FQB_dJfV9PeynPNhEdYd8o_4RNvmmwigW73VTBQL47_GO2T7CdB75X4JI68zQhAIqwSuwgJKrjJRV39dK-BZSG-mn4la5gpl5oBjjVuniQRdoMiaCSIi3a64wMFzDkg=s2048?key=rBy44xr6MXqn0K5O6fhkR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70" y="3098621"/>
            <a:ext cx="6179175" cy="2155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4462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139</Words>
  <Application>Microsoft Office PowerPoint</Application>
  <PresentationFormat>On-screen Show (4:3)</PresentationFormat>
  <Paragraphs>11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2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Sibghat Ullah</cp:lastModifiedBy>
  <cp:revision>3</cp:revision>
  <dcterms:created xsi:type="dcterms:W3CDTF">2013-01-27T09:14:16Z</dcterms:created>
  <dcterms:modified xsi:type="dcterms:W3CDTF">2026-05-19T17:24:02Z</dcterms:modified>
  <cp:category/>
</cp:coreProperties>
</file>